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AI-REX STUDIO ・ 社内運用マニュアル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AI-REX Studio の使い方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2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サイトのURLから、訴求軸・コピー・バナー・LPまでを作る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7223760" cy="1828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http://localhost:3000  ※公開URLは未定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社内・運営むけ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0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v1 ・ 2026年9月5日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全体の流れ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人が手を動かすのは4か所です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18059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801368"/>
            <a:ext cx="1440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診断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URLを入れる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8900" y="11430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1143000"/>
            <a:ext cx="18059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281178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1780" y="1801368"/>
            <a:ext cx="1440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11780" y="213055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使う案を選ぶ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143000"/>
            <a:ext cx="18059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1801368"/>
            <a:ext cx="1440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バナー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92040" y="213055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サイズを選んで保存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89420" y="11430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9420" y="1143000"/>
            <a:ext cx="18059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9723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72300" y="1801368"/>
            <a:ext cx="1440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72300" y="213055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作るボタンを押す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あいだの作業（訴求軸を考える・コピーを書く・法令の確認・6サイズへの展開）は自動で進みます。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solidFill>
            <a:srgbClr val="FFF6E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49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出稿（媒体への入稿）は自動では行いません。書き出したファイルを人が確認して入稿します。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準備するもの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使う前に、キーの設定と起動が要ります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143000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APIキーを設定する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68234"/>
            <a:ext cx="4535424" cy="96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リポジトリの .env.local に ANTHROPIC_API_KEY を書きます。未設定のまま押すと、画面の上に赤い帯で「ANTHROPIC_API_KEY が未設定です」と出ます。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922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9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631790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起動する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957023"/>
            <a:ext cx="4535424" cy="4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ターミナルで npm run dev。ブラウザで http://localhost:3000 を開きます。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817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66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3639385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そのまま使い始める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3964619"/>
            <a:ext cx="4535424" cy="4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ログイン画面はありません。開いた人がすぐ使えます。社外に公開する前にアクセス制限をかけます。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114300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料金がかかります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167335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「診断する」「訴求軸 5 本 × 2案を作る」「LPを作る」は、押すたびにAIの利用料がかかります。試し打ちを繰り返すぶんだけ増えます。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画面の地図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画面は1ページで、上から4つに分かれています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45720" cy="65836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診断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179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サイトのURLから、商材・ターゲット・訴求軸を出す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45720" cy="65836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コピー生成・法令チェック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訴求軸ごとにコピーを作り、法令と勝ち筋を見る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45720" cy="65836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バナー書き出し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072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選んだ案を媒体サイズごとに書き出す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0440"/>
            <a:ext cx="45720" cy="65836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リンク先LP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496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広告と同じ訴求軸でLPを1枚作る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上のステップを終えるまで、下のステップは画面に出ません。順番どおりに進みます。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 1 ・ 診断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サイトのURLを入れて「診断する」を押します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143000"/>
            <a:ext cx="462686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上の欄に、広告を出すページのURLを入れる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68234"/>
            <a:ext cx="4626864" cy="4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入力例が「https://example.com/lp」と薄く出ている欄です。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78028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78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150596"/>
            <a:ext cx="462686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（任意）下の欄に商品説明を足す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475829"/>
            <a:ext cx="4626864" cy="24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URLが無い商材は、この欄だけでも診断できます。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5026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450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2917594"/>
            <a:ext cx="462686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「診断する」を押す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3242828"/>
            <a:ext cx="4626864" cy="4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1分ほどで、商材／ターゲット／業種（表現規制）／ブランド色／強み／買わない理由／訴求軸が出ます。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1143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出たあとに直せるもの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67335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「ブランド色」の16進の値は、その場で書き換えられます。書き換えるとバナーの色がすぐ変わります。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「業種（表現規制）」は、次の法令チェックの厳しさを決めます。違っていたら診断をやり直します。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566928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「診断する」を押し直すと、それまでのコピーとLPは消えます。残したいものは先に保存します。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 2 ・ コピー生成・法令チェック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コピーを作り、2つのバッジで選びます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143000"/>
            <a:ext cx="764438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「訴求軸 5 本 × 2案を作る」を押す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68234"/>
            <a:ext cx="7644384" cy="24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数字は診断で出た訴求軸の本数です。1本につき2案、勝ち筋スコアの高い順に並びます。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37431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374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909999"/>
            <a:ext cx="764438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使う案にチェックを入れる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235233"/>
            <a:ext cx="7644384" cy="24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はじめは上位3案にチェックが入っています。外す・足すは自由です。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2717"/>
            <a:ext cx="1691640" cy="384048"/>
          </a:xfrm>
          <a:prstGeom prst="rect">
            <a:avLst>
              <a:gd name="adj" fmla="val 47619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22717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 問題なし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272271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そのまま使えます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79917"/>
            <a:ext cx="1691640" cy="384048"/>
          </a:xfrm>
          <a:prstGeom prst="rect">
            <a:avLst>
              <a:gd name="adj" fmla="val 47619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9917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 要確認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23160" y="317991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文脈しだいで問題になる表現です。指摘を読んで判断します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37117"/>
            <a:ext cx="1691640" cy="384048"/>
          </a:xfrm>
          <a:prstGeom prst="rect">
            <a:avLst>
              <a:gd name="adj" fmla="val 47619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37117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 修正必要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23160" y="363711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禁止表現に当たっています。この案は出しません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85757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77197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「勝ち筋 78」の数字について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533229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案どうしの相対的な順位づけで、クリック率の予測値ではありません。数字より、その下に出る理由を読んで選びます。お客さまに「予測」と説明しないでください。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 3 ・ バナー書き出し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サイズを選び、まとめて書き出します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143000"/>
            <a:ext cx="444398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使うサイズのボタンを押す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68234"/>
            <a:ext cx="4443984" cy="721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はじめは Meta 1080×1080 ／ Meta 1080×1350 ／ Google 1200×628 の3つが選ばれています。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8625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186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391193"/>
            <a:ext cx="444398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「全部まとめてZIPで保存」を押す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716426"/>
            <a:ext cx="4443984" cy="721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選んだ案 × 選んだサイズの枚数だけ書き出します。1枚ずつなら各画像の下の「1080×1080 を保存」を押します。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1143000"/>
            <a:ext cx="2926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選べるサイズ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 1080×1080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 1080×1350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 1080×1920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 1200×628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 300×250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Yahoo 300×250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FFF6E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枚数はそのままAIの生成量ではありません。画像はブラウザの中で作るので、サイズを増やしても追加の料金はかかりません。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 4 ・ リンク先LP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広告と同じ訴求軸でLPを1枚作ります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143000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「（見出し）に合わせたLPを作る」を押す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68234"/>
            <a:ext cx="4535424" cy="721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チェックを入れた案のうち、いちばん上の案の見出しがボタンに入ります。別の案で作りたいときは、その案だけにチェックを残します。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8625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186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391193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出てきたLPを画面で確認する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716426"/>
            <a:ext cx="4535424" cy="24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コピーと同じく、法令のバッジが付きます。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85623"/>
            <a:ext cx="274320" cy="27432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856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3158191"/>
            <a:ext cx="4535424" cy="27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「index.html を保存」を押す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3483425"/>
            <a:ext cx="4535424" cy="4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1枚のHTMLファイルで保存されます。そのままサーバーに置けます。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1143000"/>
            <a:ext cx="2834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広告と着地をずらさない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167335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バナーと同じ訴求軸から作るので、広告で言ったことと着地で言っていることが揃います。別々に作ると、ここがずれて数字が落ちます。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出てくるファイル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保存すると、この形で出てきます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88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airex-creative.zip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20440" y="1188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「全部まとめてZIPで保存」で出るもの。中は媒体ごとのフォルダに分かれています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470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Meta/1080x1080_1.png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0440" y="18470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ZIPの中身。末尾の番号は選んだ案の順番です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054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lp/index.html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5054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LPを作ってあればZIPに一緒に入ります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638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Meta_1080x1080_1.png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1638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1枚ずつ保存したときの名前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221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lp.html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20440" y="38221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LPだけを保存したときの名前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作業の途中の状態は、そのブラウザにだけ残ります。別のパソコンや別のブラウザには引き継がれません。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108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気をつけること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押す前に、影響を知っておくもの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45720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07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「法令 修正必要」の案は出さない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9A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赤は禁止表現に当たったものです。指摘の言い換え案を使うか、その案を捨てます。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57400"/>
            <a:ext cx="45720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30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「診断する」の押し直しで前の結果が消える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9A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コピーとLPは消えます。残すものは先に保存します。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880360"/>
            <a:ext cx="45720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53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入稿は人が行う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9A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このツールは書き出しまでです。媒体への入稿・予算の変更は自動では行いません。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03320"/>
            <a:ext cx="45720" cy="731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764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「配信して自動で改善」はまだできない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9A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媒体との接続は10月以降です。お客さまへの説明にも、バナーのコピーにも書かないでください。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544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9A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困ったときは 渚 まで。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2026-09-05T07:18:07Z</dcterms:created>
  <dcterms:modified xsi:type="dcterms:W3CDTF">2026-09-05T07:18:07Z</dcterms:modified>
</cp:coreProperties>
</file>